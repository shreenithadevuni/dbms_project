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4AC60-CE7A-4B90-8A10-2889A2F1F65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96AB7-1CCF-4EF7-A2FD-CFE74114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9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B96AB7-1CCF-4EF7-A2FD-CFE7411444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2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9080-9126-D714-6AAB-0DF55259C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AA2CE-2CFC-857F-BB56-2BB25E45E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1B50-8202-6D7A-64FE-0F9AFEF4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63448-FE3F-F2E2-5F12-3DCA68D9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42D50-D16C-4CC4-0C2C-70787610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67BB-F495-9212-952F-46A6D80A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7D7AE-1BE7-440E-958D-D1F2EE0D0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B4FDE-07BE-1261-BF25-9C33BEB0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B2982-326B-360C-19D7-8CC76326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4FB82-4F2F-AC11-102D-2423F429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1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A27D-A64B-29DB-8F69-64F4A6C1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D3A6E-B973-636A-BF60-1DBCC35B8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F442D-5FA3-1F8F-44F7-4BE22B89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97043-B416-3C62-517A-4E3CCBD6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B7F11-69E6-E160-E86C-1375CF04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0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2636-2680-5BD1-D51F-41E6CADD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635E-1CFE-EE8F-086F-7EF0E7CE3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43AC6-B83E-6741-6A7E-B74A9D9EC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C6D5F-4B51-AE6D-EFBD-6CE61BD8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9D44C-6CA5-5BD8-0A02-464D7ACD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29D38-9BC2-694C-54B2-C1221ECB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4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B56D-E082-ECB2-762A-A3D35120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57944-2950-A57A-95A2-AA282073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42D6C-88D8-098C-CF90-9A6DFE1AC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7BC802-B835-7318-92C2-59A7965C9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F3523-7E2B-DA0A-82BC-8E619BCAB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F0438-E6BA-3B47-095D-95EC3DC5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0534A-D43B-6BC0-E24D-284FA78D0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5419E-2609-9CBC-0E19-9836FC7F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9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F7CA-A7B4-68BA-F9F3-E090C0AB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15A88-EEEF-692A-148F-3F33D499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2EA20-29A3-D004-FA7F-6EE1DD4B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8029D-BE44-7396-22BC-E869AAB7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8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4DA5D-3210-1DBC-1E99-38FDE4F3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263E8-0495-86C0-9912-EABC7896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4DFFD-9966-3353-C6BC-6C8024B2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4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5CF9-B78A-4BAE-6549-9C31A5B6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AC42F-CA00-250A-6B08-FA124A1E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6E22D-6E37-5D28-F766-B6279A11D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BA916-3B22-5004-F7DB-A30720C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C51C4-E5F7-E65B-3566-C3873456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08D11-C9B3-73B5-2D13-FBA67C06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1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70BA-37BA-67EC-ACDE-CB939E88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3E62A-FA96-F451-6B53-62C0BDB85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87405-315B-1340-E89E-DEE77697D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CBC64-47B2-32A0-A6E7-D7D230CB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E0D81-B9A7-6571-31E0-DEBF10C7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E811A-821E-4636-68DC-4BD43EAD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6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36A1-FF2A-8E7F-97AA-04C0DA33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A9CCB-8D1F-3A24-4312-2946E0F59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D9DEF-F6DD-0A8E-25FA-9E3236C8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297E-7071-A9D3-C710-045D68B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D6154-F40B-9987-1F4C-0F713D13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0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167FA-FB30-C65F-5452-BF5808A10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CDD42-4A13-8DE8-91C8-B3BD1676D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AF69C-3827-ED1B-9CC6-8FDB942D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5DB4-9FF6-D243-4A2A-26EC1E36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00B3B-201B-416F-BACA-40FEB511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9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30A87-2DA7-5359-7723-9828B67A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D96FD-8C20-3223-69BA-8C5211BAE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920B3-953D-66B4-E1BB-A570429D8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36460-3B87-43E7-9FC9-C365E8803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1154-9332-E806-B964-06C9E2082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9B374-A153-789C-CAAD-F7338CF14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6BEC1-EABA-43C3-A812-B71FA10DD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BFEB-505A-6AE2-CC90-61A1CA3E6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81" y="1161597"/>
            <a:ext cx="3932237" cy="1600200"/>
          </a:xfrm>
        </p:spPr>
        <p:txBody>
          <a:bodyPr>
            <a:normAutofit/>
          </a:bodyPr>
          <a:lstStyle/>
          <a:p>
            <a:r>
              <a:rPr lang="en-US" sz="4800" dirty="0"/>
              <a:t>PARKSTUB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703F-7697-A0E3-D86E-E9299F6B5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Smart Parking Slot Booking and Management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TEAM MEMBERS</a:t>
            </a:r>
          </a:p>
          <a:p>
            <a:pPr marL="0" indent="0">
              <a:buNone/>
            </a:pPr>
            <a:r>
              <a:rPr lang="en-US" dirty="0"/>
              <a:t>                        A. Srihitha – 2520030566</a:t>
            </a:r>
          </a:p>
          <a:p>
            <a:pPr marL="0" indent="0">
              <a:buNone/>
            </a:pPr>
            <a:r>
              <a:rPr lang="en-US" dirty="0"/>
              <a:t>                    D. </a:t>
            </a:r>
            <a:r>
              <a:rPr lang="en-US" dirty="0" err="1"/>
              <a:t>Shreenitha</a:t>
            </a:r>
            <a:r>
              <a:rPr lang="en-US" dirty="0"/>
              <a:t> -2520030504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BB53D-D997-7CCE-7513-86DB6C304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780" y="2761797"/>
            <a:ext cx="3932237" cy="3811588"/>
          </a:xfrm>
        </p:spPr>
        <p:txBody>
          <a:bodyPr>
            <a:normAutofit/>
          </a:bodyPr>
          <a:lstStyle/>
          <a:p>
            <a:r>
              <a:rPr lang="en-US" sz="3200" dirty="0"/>
              <a:t>Find. Book. Park.</a:t>
            </a:r>
          </a:p>
        </p:txBody>
      </p:sp>
    </p:spTree>
    <p:extLst>
      <p:ext uri="{BB962C8B-B14F-4D97-AF65-F5344CB8AC3E}">
        <p14:creationId xmlns:p14="http://schemas.microsoft.com/office/powerpoint/2010/main" val="419592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C9A-3160-BCC5-B83B-DD81E6D5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10CDE-62BC-3475-F6B9-03D540082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ParkStub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smart parking reservation system designed to help users find available parking locations and reserve parking slots conveniently.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register, log in, search for parking locations, view available parking slots, select a slot, choose a date and duration, and make a booking.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users, vehicles, parking locations, individual parking slots, bookings and payment information in a MySQL database.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booking confirmation with a QR-based parking ticket and allows users to view and cancel their bookings.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6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1F23-82C3-DC56-F5D5-470C9977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2A0F-8F6A-21D6-BA09-C6DC1FCA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2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parking space can be difficult, especially in busy areas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have to search for parking locations manually without knowing the current availability of individual slots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parking systems may not provide: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slot availability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parking reservation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booking management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booking confirmation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of parking and booking information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connects parking locations, available slots, users and bookings through a centralized database</a:t>
            </a:r>
          </a:p>
          <a:p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21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F4B2-B435-6D3B-A03B-9228F67F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2EB76-A50B-4105-5AFF-DE21D60B7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Parking</a:t>
            </a:r>
          </a:p>
          <a:p>
            <a:pPr algn="just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search for parking spaces physically and availability is not known in advance.</a:t>
            </a:r>
          </a:p>
          <a:p>
            <a:pPr algn="just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Reservation</a:t>
            </a:r>
          </a:p>
          <a:p>
            <a:pPr algn="just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reservations may depend on manual records or direct communication.</a:t>
            </a:r>
          </a:p>
          <a:p>
            <a:pPr algn="just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Information</a:t>
            </a:r>
          </a:p>
          <a:p>
            <a:pPr algn="just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not know which individual parking slots are available before reaching the location.</a:t>
            </a:r>
          </a:p>
          <a:p>
            <a:pPr algn="just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parking search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booking database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reservations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availability management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digital booking confirmation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10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3020-017F-596E-4C01-4987C46A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169183"/>
            <a:ext cx="10515600" cy="1325563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28D4-6A0F-E05C-7292-4E2561D1F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8" y="14057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ParkStub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platform for finding parking locations, checking slot availability and making online reservations. Users can search for parking locations, view available slots and select a suitable slot based on their requirements.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book parking slots by providing the date, time and booking duration. Online payment and QR-based booking confirmation support a convenient and digital parking experience. Users can also view their bookings, cancel reservations and manage their vehicle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64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18FB-D3FF-CA7A-E265-DCA6E9BB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B63255-13FD-4A16-C882-8EDC3930360B}"/>
              </a:ext>
            </a:extLst>
          </p:cNvPr>
          <p:cNvSpPr/>
          <p:nvPr/>
        </p:nvSpPr>
        <p:spPr>
          <a:xfrm>
            <a:off x="1055915" y="1741034"/>
            <a:ext cx="2579914" cy="1448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FIND</a:t>
            </a:r>
            <a:br>
              <a:rPr lang="en-US"/>
            </a:br>
            <a:r>
              <a:rPr lang="en-US"/>
              <a:t>Help users find suitable parking locations.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029930-9347-0D22-ACA9-1D8C283280AF}"/>
              </a:ext>
            </a:extLst>
          </p:cNvPr>
          <p:cNvSpPr/>
          <p:nvPr/>
        </p:nvSpPr>
        <p:spPr>
          <a:xfrm>
            <a:off x="4778829" y="1741034"/>
            <a:ext cx="2579914" cy="1448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BOOK</a:t>
            </a:r>
            <a:br>
              <a:rPr lang="en-US"/>
            </a:br>
            <a:r>
              <a:rPr lang="en-US"/>
              <a:t>Enable users to reserve parking slots online.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52A421-55AB-99DD-2278-3F210404221E}"/>
              </a:ext>
            </a:extLst>
          </p:cNvPr>
          <p:cNvSpPr/>
          <p:nvPr/>
        </p:nvSpPr>
        <p:spPr>
          <a:xfrm>
            <a:off x="8773886" y="1741033"/>
            <a:ext cx="2579913" cy="1448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VIEW</a:t>
            </a:r>
            <a:br>
              <a:rPr lang="en-US"/>
            </a:br>
            <a:r>
              <a:rPr lang="en-US"/>
              <a:t>Display available parking slots for selected dates.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749A63-B7B9-FC85-EA58-0D67FF839BC9}"/>
              </a:ext>
            </a:extLst>
          </p:cNvPr>
          <p:cNvSpPr/>
          <p:nvPr/>
        </p:nvSpPr>
        <p:spPr>
          <a:xfrm>
            <a:off x="1055915" y="4158343"/>
            <a:ext cx="2579914" cy="1621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PAY</a:t>
            </a:r>
            <a:br>
              <a:rPr lang="en-US"/>
            </a:br>
            <a:r>
              <a:rPr lang="en-US"/>
              <a:t>Provide secure and convenient online payment.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A87970-443D-36E1-B9CD-B98D2E5C3417}"/>
              </a:ext>
            </a:extLst>
          </p:cNvPr>
          <p:cNvSpPr/>
          <p:nvPr/>
        </p:nvSpPr>
        <p:spPr>
          <a:xfrm>
            <a:off x="4931229" y="4158343"/>
            <a:ext cx="2579914" cy="1621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MANAGE</a:t>
            </a:r>
            <a:br>
              <a:rPr lang="en-US"/>
            </a:br>
            <a:r>
              <a:rPr lang="en-US"/>
              <a:t>Allow users to manage bookings and vehicles.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324DB6-FD0F-8A95-FEFF-CB96E5E46C22}"/>
              </a:ext>
            </a:extLst>
          </p:cNvPr>
          <p:cNvSpPr/>
          <p:nvPr/>
        </p:nvSpPr>
        <p:spPr>
          <a:xfrm>
            <a:off x="8773885" y="4158342"/>
            <a:ext cx="2579914" cy="1621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TRACK</a:t>
            </a:r>
            <a:br>
              <a:rPr lang="en-US"/>
            </a:br>
            <a:r>
              <a:rPr lang="en-US"/>
              <a:t>Maintain booking and payment records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79305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92B5-4B86-49C0-9DF2-6B26E127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C0BEB-38BB-2651-93FC-F03BE645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81474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– Secure account creation and authentication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Search – Find parking locations by city and parking type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Availability – View available parking slots for a selected date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Booking – Select a slot, date, time and duration to reserve parking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&amp; QR Ticket – Complete payment and receive a digital booking confirmation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 – View booking history, cancellations and refund details</a:t>
            </a:r>
          </a:p>
        </p:txBody>
      </p:sp>
    </p:spTree>
    <p:extLst>
      <p:ext uri="{BB962C8B-B14F-4D97-AF65-F5344CB8AC3E}">
        <p14:creationId xmlns:p14="http://schemas.microsoft.com/office/powerpoint/2010/main" val="83807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AF17-2398-DD25-B6B5-EA0479FD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SYSTEM 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F73FF6-7ABC-AFE1-B32B-C10335DD36AF}"/>
              </a:ext>
            </a:extLst>
          </p:cNvPr>
          <p:cNvSpPr/>
          <p:nvPr/>
        </p:nvSpPr>
        <p:spPr>
          <a:xfrm>
            <a:off x="957943" y="1197429"/>
            <a:ext cx="1719942" cy="1153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Register/Login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E8E1586-403A-EB2E-5B49-066E4D9732B4}"/>
              </a:ext>
            </a:extLst>
          </p:cNvPr>
          <p:cNvSpPr/>
          <p:nvPr/>
        </p:nvSpPr>
        <p:spPr>
          <a:xfrm>
            <a:off x="2928257" y="1728653"/>
            <a:ext cx="566057" cy="219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271938-20F2-8527-F477-FC983B0712E8}"/>
              </a:ext>
            </a:extLst>
          </p:cNvPr>
          <p:cNvSpPr/>
          <p:nvPr/>
        </p:nvSpPr>
        <p:spPr>
          <a:xfrm>
            <a:off x="3657600" y="1197429"/>
            <a:ext cx="1796143" cy="1153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Search Parking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1A9DD75-BA05-D2B6-3F24-1A92F4D37005}"/>
              </a:ext>
            </a:extLst>
          </p:cNvPr>
          <p:cNvSpPr/>
          <p:nvPr/>
        </p:nvSpPr>
        <p:spPr>
          <a:xfrm>
            <a:off x="5796643" y="1664427"/>
            <a:ext cx="598714" cy="219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DAC70D-7961-29FE-C107-DE5DAD312E4A}"/>
              </a:ext>
            </a:extLst>
          </p:cNvPr>
          <p:cNvSpPr/>
          <p:nvPr/>
        </p:nvSpPr>
        <p:spPr>
          <a:xfrm>
            <a:off x="6738257" y="1197428"/>
            <a:ext cx="1796143" cy="1153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Location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7B54585-895D-1AC1-B0AF-4C47FB63F907}"/>
              </a:ext>
            </a:extLst>
          </p:cNvPr>
          <p:cNvSpPr/>
          <p:nvPr/>
        </p:nvSpPr>
        <p:spPr>
          <a:xfrm>
            <a:off x="8948058" y="1664426"/>
            <a:ext cx="566057" cy="219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55F8BF-726A-5F35-B4B3-9624D224F170}"/>
              </a:ext>
            </a:extLst>
          </p:cNvPr>
          <p:cNvSpPr/>
          <p:nvPr/>
        </p:nvSpPr>
        <p:spPr>
          <a:xfrm>
            <a:off x="9906000" y="1197428"/>
            <a:ext cx="1790700" cy="1153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Choose Slot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334FB1C-CF7C-E129-FE60-09DC36510FC2}"/>
              </a:ext>
            </a:extLst>
          </p:cNvPr>
          <p:cNvSpPr/>
          <p:nvPr/>
        </p:nvSpPr>
        <p:spPr>
          <a:xfrm>
            <a:off x="1338943" y="3309257"/>
            <a:ext cx="696686" cy="239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DB2A67-F669-87B8-24CE-DBC43A942D43}"/>
              </a:ext>
            </a:extLst>
          </p:cNvPr>
          <p:cNvSpPr/>
          <p:nvPr/>
        </p:nvSpPr>
        <p:spPr>
          <a:xfrm>
            <a:off x="2215242" y="2853304"/>
            <a:ext cx="1992086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Book &amp; Pay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BEF3A45-74AD-42E7-9ED5-DCADD36C1BA7}"/>
              </a:ext>
            </a:extLst>
          </p:cNvPr>
          <p:cNvSpPr/>
          <p:nvPr/>
        </p:nvSpPr>
        <p:spPr>
          <a:xfrm>
            <a:off x="4555671" y="3254827"/>
            <a:ext cx="669472" cy="283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3F1AF3-C3AD-0877-54AA-52C3746682F4}"/>
              </a:ext>
            </a:extLst>
          </p:cNvPr>
          <p:cNvSpPr/>
          <p:nvPr/>
        </p:nvSpPr>
        <p:spPr>
          <a:xfrm>
            <a:off x="5573486" y="2885961"/>
            <a:ext cx="1992086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Get QR Ticket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D21F43C-D6B2-4FC7-D923-B0856677C4BB}"/>
              </a:ext>
            </a:extLst>
          </p:cNvPr>
          <p:cNvSpPr/>
          <p:nvPr/>
        </p:nvSpPr>
        <p:spPr>
          <a:xfrm>
            <a:off x="7913914" y="3309257"/>
            <a:ext cx="707571" cy="206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0074C9-08DC-8E38-C02D-BEA71DAA573A}"/>
              </a:ext>
            </a:extLst>
          </p:cNvPr>
          <p:cNvSpPr/>
          <p:nvPr/>
        </p:nvSpPr>
        <p:spPr>
          <a:xfrm>
            <a:off x="9100457" y="2885961"/>
            <a:ext cx="2079172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Manage Booking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896F7-0E80-4DCA-0264-3FD96F70ED4A}"/>
              </a:ext>
            </a:extLst>
          </p:cNvPr>
          <p:cNvSpPr txBox="1"/>
          <p:nvPr/>
        </p:nvSpPr>
        <p:spPr>
          <a:xfrm>
            <a:off x="2068286" y="4940925"/>
            <a:ext cx="82622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an available parking slot → completes payment → receives a QR-based booking ticket.</a:t>
            </a:r>
          </a:p>
        </p:txBody>
      </p:sp>
    </p:spTree>
    <p:extLst>
      <p:ext uri="{BB962C8B-B14F-4D97-AF65-F5344CB8AC3E}">
        <p14:creationId xmlns:p14="http://schemas.microsoft.com/office/powerpoint/2010/main" val="333591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5486-1999-F2D9-3086-A86B43F4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MAJOR MODULES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4C3AD9-83B9-89BF-EF72-993974558241}"/>
              </a:ext>
            </a:extLst>
          </p:cNvPr>
          <p:cNvSpPr/>
          <p:nvPr/>
        </p:nvSpPr>
        <p:spPr>
          <a:xfrm>
            <a:off x="838200" y="1248680"/>
            <a:ext cx="2525486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 and authenticated access</a:t>
            </a:r>
            <a:r>
              <a:rPr lang="en-US" dirty="0"/>
              <a:t>.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A271A8-EB1A-6E7F-0193-C3F21CBDAE39}"/>
              </a:ext>
            </a:extLst>
          </p:cNvPr>
          <p:cNvSpPr/>
          <p:nvPr/>
        </p:nvSpPr>
        <p:spPr>
          <a:xfrm>
            <a:off x="4642758" y="1212846"/>
            <a:ext cx="2710541" cy="1752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Location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parking locations and their details.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C0B93A-B61B-84FF-9FEB-EE9C462265FA}"/>
              </a:ext>
            </a:extLst>
          </p:cNvPr>
          <p:cNvSpPr/>
          <p:nvPr/>
        </p:nvSpPr>
        <p:spPr>
          <a:xfrm>
            <a:off x="8632370" y="1212846"/>
            <a:ext cx="2623457" cy="1752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Availability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individual parking bays and their availability for a selected date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7BFC9E-2424-E2AC-E0D3-8220903800BD}"/>
              </a:ext>
            </a:extLst>
          </p:cNvPr>
          <p:cNvSpPr/>
          <p:nvPr/>
        </p:nvSpPr>
        <p:spPr>
          <a:xfrm>
            <a:off x="838200" y="3516086"/>
            <a:ext cx="2525486" cy="1828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manages parking reservations.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32564B-54B6-690F-D1D3-36574CBA2E3E}"/>
              </a:ext>
            </a:extLst>
          </p:cNvPr>
          <p:cNvSpPr/>
          <p:nvPr/>
        </p:nvSpPr>
        <p:spPr>
          <a:xfrm>
            <a:off x="4620987" y="3429000"/>
            <a:ext cx="2754083" cy="1828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payment information and updates payment status.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300F92-4D66-B224-D500-255494C00948}"/>
              </a:ext>
            </a:extLst>
          </p:cNvPr>
          <p:cNvSpPr/>
          <p:nvPr/>
        </p:nvSpPr>
        <p:spPr>
          <a:xfrm>
            <a:off x="8632370" y="3429000"/>
            <a:ext cx="2623457" cy="1814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Cancellation Module</a:t>
            </a:r>
            <a:br>
              <a:rPr lang="en-US"/>
            </a:br>
            <a:r>
              <a:rPr lang="en-US"/>
              <a:t>Handles booking cancellation and refund processing.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CAFD-0D5C-E918-1BB5-AFD57DD3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TECHNOLOGY STACK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998754-BF40-886A-8FE6-AEEFA0E6B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292907"/>
              </p:ext>
            </p:extLst>
          </p:nvPr>
        </p:nvGraphicFramePr>
        <p:xfrm>
          <a:off x="838200" y="1690688"/>
          <a:ext cx="10515600" cy="4263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893763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73333784"/>
                    </a:ext>
                  </a:extLst>
                </a:gridCol>
              </a:tblGrid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Technologies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855818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React.js, JavaScript, HTML, CSS, Vite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38850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Node.js, Express.js, REST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79092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411972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JWT, bcryptjs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60762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Razorpay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956398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Other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QR Code, CORS, </a:t>
                      </a:r>
                      <a:r>
                        <a:rPr lang="en-US" dirty="0" err="1"/>
                        <a:t>dotenv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16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91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2431-3A89-6FA6-5FBC-60161978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DATABASE &amp; DATA</a:t>
            </a:r>
            <a:b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MANAGMENT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8C89B-80FE-3C49-8588-C62A4065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ParkStub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manage user accounts, vehicle details, parking locations and individual parking slots. The database maintains information about parking availability and helps users select suitable slots for their bookings.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stores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payment records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booking dates, duration, amount and payment status. These related records help maintain organized parking information and support booking management, cancellation and refund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4601-8A53-F86F-A033-A636C648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1383A-0799-D080-358E-1C264805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time required to search for parking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check slot availability before booking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storage of parking and booking information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booking of the same slot for the same date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digital booking confirmation through QR codes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and manage their bookings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booking statistics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payment and refund information systematically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database for parking management</a:t>
            </a:r>
          </a:p>
        </p:txBody>
      </p:sp>
    </p:spTree>
    <p:extLst>
      <p:ext uri="{BB962C8B-B14F-4D97-AF65-F5344CB8AC3E}">
        <p14:creationId xmlns:p14="http://schemas.microsoft.com/office/powerpoint/2010/main" val="349230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5BF0-F758-F746-1CC6-7E3772F8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71FA-AA87-B0D4-9DE9-6F62E34EB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IoT-based parking-slot sensors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parking occupancy updates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map integration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Android and iOS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parking-entry and exit verification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number-plate recognition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parking analytics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payment gateway support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through SMS/email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based on parking demand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smart-city parking systems</a:t>
            </a:r>
          </a:p>
        </p:txBody>
      </p:sp>
    </p:spTree>
    <p:extLst>
      <p:ext uri="{BB962C8B-B14F-4D97-AF65-F5344CB8AC3E}">
        <p14:creationId xmlns:p14="http://schemas.microsoft.com/office/powerpoint/2010/main" val="4237961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4EFC-51BC-0A0D-BD84-6D804F46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F8C49-41DD-E1CA-95CE-6ED901005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ParkStub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web-based solution for parking discovery, slot reservation and booking management.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connects users with parking locations and allows them to view available slots, make reservations, complete payments and receive QR-based booking confirmation.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structured information about users, vehicles, parking locations, parking slots, bookings and payments.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ParkStub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can be used to organize and manage a real-world parking reservation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providing convenient digital access for users and administrative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106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45D4-C733-D2AD-8BA9-866BAD57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910" y="2606222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713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963</Words>
  <Application>Microsoft Office PowerPoint</Application>
  <PresentationFormat>Widescreen</PresentationFormat>
  <Paragraphs>126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Segoe UI Semibold</vt:lpstr>
      <vt:lpstr>Times New Roman</vt:lpstr>
      <vt:lpstr>Office Theme</vt:lpstr>
      <vt:lpstr>PARKSTUB</vt:lpstr>
      <vt:lpstr>                            ABSTRACT</vt:lpstr>
      <vt:lpstr>                     PROBLEM STATEMENT</vt:lpstr>
      <vt:lpstr>                    EXISTING SYSTEM</vt:lpstr>
      <vt:lpstr>                 PROPOSED SYSTEM</vt:lpstr>
      <vt:lpstr>                            OBJECTIVES</vt:lpstr>
      <vt:lpstr>                       KEY FEATURES</vt:lpstr>
      <vt:lpstr>                    SYSTEM WORKFLOW</vt:lpstr>
      <vt:lpstr>                    MAJOR MODULES</vt:lpstr>
      <vt:lpstr>                      TECHNOLOGY STACK</vt:lpstr>
      <vt:lpstr>                 DATABASE &amp; DATA                    MANAGMENT</vt:lpstr>
      <vt:lpstr>                        ADVANTAGES</vt:lpstr>
      <vt:lpstr>                        FUTURE SCOPE</vt:lpstr>
      <vt:lpstr>                         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PARKSTUB</dc:title>
  <dc:creator>srihitha A</dc:creator>
  <cp:lastModifiedBy>srihitha A</cp:lastModifiedBy>
  <cp:revision>4</cp:revision>
  <dcterms:created xsi:type="dcterms:W3CDTF">2026-10-02T10:37:15Z</dcterms:created>
  <dcterms:modified xsi:type="dcterms:W3CDTF">2026-10-03T03:56:46Z</dcterms:modified>
</cp:coreProperties>
</file>
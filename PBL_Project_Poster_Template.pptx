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35" d="100"/>
          <a:sy n="35" d="100"/>
        </p:scale>
        <p:origin x="253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195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3600"/>
              <a:t>Vehicle </a:t>
            </a:r>
            <a:r>
              <a:rPr lang="en-US" sz="3600" dirty="0"/>
              <a:t>Parking Finder &amp; </a:t>
            </a:r>
            <a:r>
              <a:rPr lang="en-US" sz="3600"/>
              <a:t>Booking App</a:t>
            </a:r>
            <a:endParaRPr lang="en-US" sz="3350" dirty="0"/>
          </a:p>
          <a:p>
            <a:pPr>
              <a:spcAft>
                <a:spcPts val="400"/>
              </a:spcAft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[19]  |  Section: [S-3]  |  Members: [D.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Shreenitha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2520030504.], [A. Srihitha – 2520030566.] |  Guide: [Dr. </a:t>
            </a:r>
            <a:r>
              <a:rPr lang="en-US" sz="1350" dirty="0" err="1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S.Spanadana</a:t>
            </a: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]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6923" y="21285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26923" y="2473960"/>
            <a:ext cx="45697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/>
              <a:t>Vehicle Parking Finder and Booking App</a:t>
            </a:r>
            <a:r>
              <a:rPr lang="en-US" sz="1600" dirty="0"/>
              <a:t> helps users find nearby parking, check slot availability, and make bookings easily. Built using </a:t>
            </a:r>
            <a:r>
              <a:rPr lang="en-US" sz="1600" b="1" dirty="0"/>
              <a:t>React.js, Node.js, Express.js, MySQL, Google Maps API, </a:t>
            </a:r>
            <a:r>
              <a:rPr lang="en-US" sz="1600" b="1" dirty="0" err="1"/>
              <a:t>Razorpay</a:t>
            </a:r>
            <a:r>
              <a:rPr lang="en-US" sz="1600" b="1" dirty="0"/>
              <a:t>, and QR technology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412" y="3926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3832" y="431546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600" dirty="0"/>
              <a:t>Finding available parking spaces is time-consuming and inconvenient, especially in busy areas.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600" dirty="0"/>
              <a:t>Find nearby parking spaces and view slot availability.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600" dirty="0"/>
              <a:t>Allow users to select time slots and book parking online.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3832" y="63220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608585"/>
              </p:ext>
            </p:extLst>
          </p:nvPr>
        </p:nvGraphicFramePr>
        <p:xfrm>
          <a:off x="421513" y="6626860"/>
          <a:ext cx="4617720" cy="2743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Parking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Manual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Location-based search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Slot Availability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Difficult to search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Check available slots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Booking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Mostly Offline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Online booking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Payment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Manual Payment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Online </a:t>
                      </a:r>
                      <a:r>
                        <a:rPr lang="en-US" sz="1400" dirty="0" err="1"/>
                        <a:t>Razorpay</a:t>
                      </a:r>
                      <a:r>
                        <a:rPr lang="en-US" sz="1400" dirty="0"/>
                        <a:t> payment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Verification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Checking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/>
                        <a:t>QR-based verification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412" y="1005840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600" b="1" dirty="0"/>
              <a:t>Technical:</a:t>
            </a:r>
            <a:r>
              <a:rPr lang="en-US" sz="1600" dirty="0"/>
              <a:t> Uses React.js, Node.js, Express.js, MySQL and available APIs. </a:t>
            </a:r>
          </a:p>
          <a:p>
            <a:pPr lvl="0"/>
            <a:r>
              <a:rPr lang="en-US" sz="1600" b="1" dirty="0"/>
              <a:t>Economic:</a:t>
            </a:r>
            <a:r>
              <a:rPr lang="en-US" sz="1600" dirty="0"/>
              <a:t> Uses open-source technologies with low development cost. </a:t>
            </a:r>
          </a:p>
          <a:p>
            <a:pPr lvl="0"/>
            <a:r>
              <a:rPr lang="en-US" sz="1600" b="1" dirty="0"/>
              <a:t>Operational:</a:t>
            </a:r>
            <a:r>
              <a:rPr lang="en-US" sz="1600" dirty="0"/>
              <a:t> Simple interface for users and parking management. </a:t>
            </a:r>
          </a:p>
          <a:p>
            <a:pPr lvl="0"/>
            <a:r>
              <a:rPr lang="en-US" sz="1600" b="1" dirty="0"/>
              <a:t>Schedule:</a:t>
            </a:r>
            <a:r>
              <a:rPr lang="en-US" sz="1600" dirty="0"/>
              <a:t> Can be developed and tested within the academic project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600" b="1" dirty="0"/>
              <a:t>Front-End:</a:t>
            </a:r>
            <a:r>
              <a:rPr lang="en-US" sz="1600" dirty="0"/>
              <a:t> React.js, HTML, CSS, JavaScript </a:t>
            </a:r>
          </a:p>
          <a:p>
            <a:pPr lvl="0"/>
            <a:r>
              <a:rPr lang="en-US" sz="1600" b="1" dirty="0"/>
              <a:t>Back-End:</a:t>
            </a:r>
            <a:r>
              <a:rPr lang="en-US" sz="1600" dirty="0"/>
              <a:t> Node.js, Express.js, REST APIs </a:t>
            </a:r>
          </a:p>
          <a:p>
            <a:pPr lvl="0"/>
            <a:r>
              <a:rPr lang="en-US" sz="1600" b="1" dirty="0"/>
              <a:t>Database:</a:t>
            </a:r>
            <a:r>
              <a:rPr lang="en-US" sz="1600" dirty="0"/>
              <a:t> MySQL </a:t>
            </a:r>
          </a:p>
          <a:p>
            <a:pPr lvl="0"/>
            <a:r>
              <a:rPr lang="en-US" sz="1600" b="1" dirty="0"/>
              <a:t>APIs &amp; Services:</a:t>
            </a:r>
            <a:r>
              <a:rPr lang="en-US" sz="1600" dirty="0"/>
              <a:t> Google Maps API, </a:t>
            </a:r>
            <a:r>
              <a:rPr lang="en-US" sz="1600" dirty="0" err="1"/>
              <a:t>Razorpay</a:t>
            </a:r>
            <a:r>
              <a:rPr lang="en-US" sz="1600" dirty="0"/>
              <a:t> </a:t>
            </a:r>
          </a:p>
          <a:p>
            <a:pPr lvl="0"/>
            <a:r>
              <a:rPr lang="en-US" sz="1600" b="1" dirty="0"/>
              <a:t>Tools:</a:t>
            </a:r>
            <a:r>
              <a:rPr lang="en-US" sz="1600" dirty="0"/>
              <a:t> VS Code, Git &amp; GitHub, Postman </a:t>
            </a:r>
          </a:p>
          <a:p>
            <a:pPr lvl="0"/>
            <a:r>
              <a:rPr lang="en-US" sz="1600" b="1" dirty="0"/>
              <a:t>Additional:</a:t>
            </a:r>
            <a:r>
              <a:rPr lang="en-US" sz="1600" dirty="0"/>
              <a:t> QR Code Generator &amp; Scanner</a:t>
            </a:r>
          </a:p>
        </p:txBody>
      </p:sp>
      <p:sp>
        <p:nvSpPr>
          <p:cNvPr id="21" name="Shape 18"/>
          <p:cNvSpPr/>
          <p:nvPr/>
        </p:nvSpPr>
        <p:spPr>
          <a:xfrm>
            <a:off x="5552694" y="480060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57291" y="47828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30164" y="51485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89854" y="528574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architecture diagram: Front-End – REST API – Database]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/>
              <a:t>Successfully implemented parking search, slot selection, booking, payment and QR verification.</a:t>
            </a:r>
            <a:endParaRPr lang="en-US" sz="155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865816" y="1255522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287526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600" dirty="0"/>
              <a:t>Developed a centralized application for </a:t>
            </a:r>
            <a:r>
              <a:rPr lang="en-US" sz="1600" b="1" dirty="0"/>
              <a:t>finding and booking parking spaces</a:t>
            </a:r>
            <a:r>
              <a:rPr lang="en-US" sz="1600" dirty="0"/>
              <a:t>. Meets the core objectives of convenient parking search and digital booking.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2728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15834" y="1257300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36282" y="1291082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600" b="1" dirty="0"/>
              <a:t>Real-time parking availability</a:t>
            </a:r>
            <a:r>
              <a:rPr lang="en-US" sz="1600" dirty="0"/>
              <a:t> using IoT/sensor integration. </a:t>
            </a:r>
          </a:p>
          <a:p>
            <a:pPr lvl="0"/>
            <a:r>
              <a:rPr lang="en-US" sz="1600" b="1" dirty="0"/>
              <a:t>AI-based parking recommendations</a:t>
            </a:r>
            <a:r>
              <a:rPr lang="en-US" sz="1600" dirty="0"/>
              <a:t> based on user location and availability.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b="1" dirty="0"/>
              <a:t>[1]</a:t>
            </a:r>
            <a:r>
              <a:rPr lang="en-US" sz="1100" dirty="0"/>
              <a:t> React.js Documentation — Frontend development</a:t>
            </a:r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7C5F25BD-3A67-7B45-E6DD-6E75B88AD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164" y="5148580"/>
            <a:ext cx="4647183" cy="214884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FC5437D-44C6-1D5A-3BC8-56EBEA915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270" y="7891780"/>
            <a:ext cx="4593209" cy="192024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596F902-5FF2-5275-924A-40CEDBCA0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252" y="320040"/>
            <a:ext cx="1387348" cy="131064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3ACFF98-E009-A281-FF1D-C6210DED7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760" y="10497820"/>
            <a:ext cx="2240791" cy="178308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EF56D301-D115-667C-64C6-EE73C5F7FE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0197" y="10469881"/>
            <a:ext cx="2309371" cy="18288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04023E6-20D8-D136-6A63-838B3B7B71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5187" y="14218920"/>
            <a:ext cx="891541" cy="868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429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Shreenitha Devuni</cp:lastModifiedBy>
  <cp:revision>3</cp:revision>
  <dcterms:created xsi:type="dcterms:W3CDTF">2026-09-28T08:11:17Z</dcterms:created>
  <dcterms:modified xsi:type="dcterms:W3CDTF">2026-10-02T12:31:55Z</dcterms:modified>
</cp:coreProperties>
</file>